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 autoAdjust="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E7E180-6716-BCA6-892C-6C586DDDC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F94618-C895-4A5A-61BD-9CA0674C44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040BC1-52BD-07E8-6248-2ADF7211C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605-EB13-4772-A015-1EA7AC3300A9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2C0A19-E1A1-9587-CE3D-F66D7DF3A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31AE1A-7414-E097-7C30-7B04F30C5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04435-C86C-4665-9141-2EBF6B0528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3296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0B5A8C-BD92-30EC-8ACC-B7FBC3394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7659DD-E795-87DF-8BBC-9EBE3CAC5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898950-1A1E-55CC-4B59-67162D08B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605-EB13-4772-A015-1EA7AC3300A9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315A58-4428-C479-A669-E7ABB39EC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3B7DA5-B32B-D635-F5CB-4A431C179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04435-C86C-4665-9141-2EBF6B0528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9003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22E525-4ACF-01FD-8E1A-1D010E31A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348FB9-9FDB-B40B-D89C-63609D2B0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D1D098-25A4-A7B1-9EBA-357F8F49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605-EB13-4772-A015-1EA7AC3300A9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FA53D3-FEAC-655F-6114-2408477B7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B58A96-2936-E4FE-011D-50297C754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04435-C86C-4665-9141-2EBF6B0528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0745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0C4218-56CF-69C8-76F5-5C25593F8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46D744-F4D9-986D-0B67-4A98D0062A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AA1697-0759-E65A-4F99-D4C4EC78E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489D08A-FC46-7AC0-82EC-2A89E4A6C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605-EB13-4772-A015-1EA7AC3300A9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7F31D0-8C81-02BF-736A-9A5BC6F90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8BAE9E-772E-6633-9CEA-49A674F89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04435-C86C-4665-9141-2EBF6B0528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4416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9094D1-3788-8201-50AD-CD0316C7D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0654B4-50AC-1462-754B-D1A42B7C8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CB8E112-389D-C50A-B6E9-349E06E4A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D5C2BA3-0CDB-A6F0-4F4E-AC2F63E324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93F06DE-62B2-7265-3F52-B45FAEE3C3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B734969-3D4C-5975-BC5A-BA570A4CE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605-EB13-4772-A015-1EA7AC3300A9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55A8D28-5D68-75AE-E35C-DB41474BF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F0C61C9-6F38-A51D-596A-6CBEE646A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04435-C86C-4665-9141-2EBF6B0528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7518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42E23A-6038-4743-B0E6-7D1929CAF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102E2DE-3A2D-1E36-4A4F-7DF99BD39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605-EB13-4772-A015-1EA7AC3300A9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8C37500-6644-16F4-4FDC-1FE89EF36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7580598-C0EF-D63A-B56E-DE6333FE5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04435-C86C-4665-9141-2EBF6B0528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432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33CE67E-C1E8-3428-60E5-A13BAB3A3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605-EB13-4772-A015-1EA7AC3300A9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20FD87F-50D9-F7E0-6FD6-7378F9201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49301B5-8871-3C2F-36EB-4A695FA80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04435-C86C-4665-9141-2EBF6B0528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4508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EE2ED5-2B99-3FA0-130B-A7C5A15BA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15B9EA-58BB-DEDB-4704-363074CBB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B9140E5-97D5-2E5D-9A56-DC773157F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051DC3-94CA-0756-EBD4-303A927C1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605-EB13-4772-A015-1EA7AC3300A9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30211E-A2BB-334E-77C3-098E30C54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5D1BC6-894F-0970-DC81-AAA668823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04435-C86C-4665-9141-2EBF6B0528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2199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9A0509-8870-9284-01A3-0FF90A822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FF7D724-8412-A1F9-282D-FFA9762EE5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42A6C1-7927-D6C2-C9B5-B6A401FEF2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A52897-7B64-8A55-262F-F4C911135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605-EB13-4772-A015-1EA7AC3300A9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F76B90-A253-7044-AAD4-D62C605F8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B2DCBF-0051-01AE-8587-8646F74AD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04435-C86C-4665-9141-2EBF6B0528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9443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CD743C-7739-3849-55E2-02C5BB338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A85023C-EAC7-0A2F-373E-5636E14F4D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9381A1-EC89-D26A-01A6-466A3A69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605-EB13-4772-A015-1EA7AC3300A9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E4ECCD-0437-1E85-1806-2B1B8138C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F7A0FD-068C-35D4-5812-EB1425F58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04435-C86C-4665-9141-2EBF6B0528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7640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8983692-8940-8380-53E5-6B9227482B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EA03082-C3AF-92F4-405F-D4B309D057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537233-0E95-3F76-3F53-FA322C116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CD605-EB13-4772-A015-1EA7AC3300A9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243651-4AED-4D4A-660B-107BB62D3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14B613-C915-0EFE-7B14-3901EDC68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04435-C86C-4665-9141-2EBF6B0528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56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F13D3F9-EF1A-9F1E-7DD5-16A61E65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1F8AE5-F764-B349-BD8B-ACF9FD75D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B2D167-F98D-DEFE-26C0-F39D2C4703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DCD605-EB13-4772-A015-1EA7AC3300A9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D21F04-D85A-FE2C-EE7E-7E50447826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AAF795-FF71-690B-B939-7DA36DC6D2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04435-C86C-4665-9141-2EBF6B0528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4502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rio-Tech-Valley/git-repo/tree/main/DARIO-NIETO-LORENTE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FB95081-EBCE-1793-963A-C7801EF1C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5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41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BA7A9790-184F-627B-5C03-7E056883D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14354" cy="435428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05590D9-8D10-1572-A2F9-B932D49D4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557" y="3216728"/>
            <a:ext cx="5390509" cy="364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319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4AED5FD-7991-41A1-634A-CECE1C54C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4006"/>
            <a:ext cx="12192000" cy="560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56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8A6E307-A096-63B1-401C-73CF7539E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70" y="0"/>
            <a:ext cx="11426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916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D2E2D4D-201F-B805-5607-8BA8206B8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0567"/>
            <a:ext cx="12192000" cy="499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275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969106D-4B9D-711F-DC33-3178C9F9A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312" y="866275"/>
            <a:ext cx="9145492" cy="426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443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FAC1746-CFDC-C08F-7C63-A2070BEB7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15" y="1524000"/>
            <a:ext cx="10520332" cy="268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161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303A7DA-5A9F-9AF7-B166-F2FBCCA68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97" y="847364"/>
            <a:ext cx="11145805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75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8D594A0-57DA-3A3D-6736-26C201A8CE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836"/>
          <a:stretch/>
        </p:blipFill>
        <p:spPr>
          <a:xfrm>
            <a:off x="1" y="0"/>
            <a:ext cx="5690878" cy="3429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AEAEB86-97A8-0DF6-03C5-0B0EF033B6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941"/>
          <a:stretch/>
        </p:blipFill>
        <p:spPr>
          <a:xfrm>
            <a:off x="5573704" y="303885"/>
            <a:ext cx="6618296" cy="655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740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63F7475-C4BB-6C0C-C976-A36D0079D8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730"/>
          <a:stretch/>
        </p:blipFill>
        <p:spPr>
          <a:xfrm>
            <a:off x="0" y="0"/>
            <a:ext cx="2953511" cy="415337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1CF8D71-70F6-0C9B-7485-5698AC73BA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543"/>
          <a:stretch/>
        </p:blipFill>
        <p:spPr>
          <a:xfrm>
            <a:off x="2953511" y="0"/>
            <a:ext cx="3697674" cy="400561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8E77D9B-B123-2F8E-45BA-320C4CEF4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185" y="0"/>
            <a:ext cx="5540814" cy="462329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21C37A5-8860-195C-27E6-AAF8166256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6" y="4252832"/>
            <a:ext cx="6416184" cy="25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697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F3D3063-9B43-7E1B-F827-6894E7EEDA90}"/>
              </a:ext>
            </a:extLst>
          </p:cNvPr>
          <p:cNvSpPr txBox="1"/>
          <p:nvPr/>
        </p:nvSpPr>
        <p:spPr>
          <a:xfrm>
            <a:off x="1235242" y="1780674"/>
            <a:ext cx="8502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linkClick r:id="rId2"/>
              </a:rPr>
              <a:t>https://github.com/Dario-Tech-Valley/git-repo/tree/main/DARIO-NIETO-LORENTE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219371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15</Words>
  <Application>Microsoft Office PowerPoint</Application>
  <PresentationFormat>Panorámica</PresentationFormat>
  <Paragraphs>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ASIR1-16</dc:creator>
  <cp:lastModifiedBy>ASIR1-16</cp:lastModifiedBy>
  <cp:revision>8</cp:revision>
  <dcterms:created xsi:type="dcterms:W3CDTF">2026-05-22T09:22:53Z</dcterms:created>
  <dcterms:modified xsi:type="dcterms:W3CDTF">2026-05-22T11:09:09Z</dcterms:modified>
</cp:coreProperties>
</file>